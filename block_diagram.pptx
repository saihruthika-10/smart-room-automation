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612845"/>
            <a:ext cx="4572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+---------+</a:t>
            </a:r>
          </a:p>
          <a:p>
            <a:r>
              <a:rPr lang="en-US" dirty="0" smtClean="0"/>
              <a:t>|  User   |</a:t>
            </a:r>
          </a:p>
          <a:p>
            <a:r>
              <a:rPr lang="en-US" dirty="0" smtClean="0"/>
              <a:t>+---------+</a:t>
            </a:r>
          </a:p>
          <a:p>
            <a:r>
              <a:rPr lang="en-US" dirty="0" smtClean="0"/>
              <a:t>     |</a:t>
            </a:r>
          </a:p>
          <a:p>
            <a:r>
              <a:rPr lang="en-US" dirty="0" smtClean="0"/>
              <a:t>     v</a:t>
            </a:r>
          </a:p>
          <a:p>
            <a:r>
              <a:rPr lang="en-US" dirty="0" smtClean="0"/>
              <a:t>+-------------+</a:t>
            </a:r>
          </a:p>
          <a:p>
            <a:r>
              <a:rPr lang="en-US" dirty="0" smtClean="0"/>
              <a:t>| Wi-Fi / App |</a:t>
            </a:r>
          </a:p>
          <a:p>
            <a:r>
              <a:rPr lang="en-US" dirty="0" smtClean="0"/>
              <a:t>+-------------+</a:t>
            </a:r>
          </a:p>
          <a:p>
            <a:r>
              <a:rPr lang="en-US" dirty="0" smtClean="0"/>
              <a:t>     |</a:t>
            </a:r>
          </a:p>
          <a:p>
            <a:r>
              <a:rPr lang="en-US" dirty="0" smtClean="0"/>
              <a:t>     v</a:t>
            </a:r>
          </a:p>
          <a:p>
            <a:r>
              <a:rPr lang="en-US" dirty="0" smtClean="0"/>
              <a:t>+-------------+</a:t>
            </a:r>
          </a:p>
          <a:p>
            <a:r>
              <a:rPr lang="en-US" dirty="0" smtClean="0"/>
              <a:t>|    ESP32    |</a:t>
            </a:r>
          </a:p>
          <a:p>
            <a:r>
              <a:rPr lang="en-US" dirty="0" smtClean="0"/>
              <a:t>+-------------+</a:t>
            </a:r>
          </a:p>
          <a:p>
            <a:r>
              <a:rPr lang="en-US" dirty="0" smtClean="0"/>
              <a:t>   |        |</a:t>
            </a:r>
          </a:p>
          <a:p>
            <a:r>
              <a:rPr lang="en-US" dirty="0" smtClean="0"/>
              <a:t>   v        </a:t>
            </a:r>
            <a:r>
              <a:rPr lang="en-US" dirty="0" err="1" smtClean="0"/>
              <a:t>v</a:t>
            </a:r>
            <a:endParaRPr lang="en-US" dirty="0" smtClean="0"/>
          </a:p>
          <a:p>
            <a:r>
              <a:rPr lang="en-US" dirty="0" smtClean="0"/>
              <a:t>+------+  +------+</a:t>
            </a:r>
          </a:p>
          <a:p>
            <a:r>
              <a:rPr lang="en-US" dirty="0" smtClean="0"/>
              <a:t>|Relay1|  |Relay2|</a:t>
            </a:r>
          </a:p>
          <a:p>
            <a:r>
              <a:rPr lang="en-US" dirty="0" smtClean="0"/>
              <a:t>+------+  +------+</a:t>
            </a:r>
          </a:p>
          <a:p>
            <a:r>
              <a:rPr lang="en-US" dirty="0" smtClean="0"/>
              <a:t>   |          |</a:t>
            </a:r>
          </a:p>
          <a:p>
            <a:r>
              <a:rPr lang="en-US" smtClean="0"/>
              <a:t> Light       Fan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On-screen Show (4:3)</PresentationFormat>
  <Paragraphs>20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saihruthika y</dc:creator>
  <cp:lastModifiedBy>LENOVO</cp:lastModifiedBy>
  <cp:revision>1</cp:revision>
  <dcterms:created xsi:type="dcterms:W3CDTF">2006-08-16T00:00:00Z</dcterms:created>
  <dcterms:modified xsi:type="dcterms:W3CDTF">2026-06-26T08:43:54Z</dcterms:modified>
</cp:coreProperties>
</file>