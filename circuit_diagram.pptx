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97346"/>
            <a:ext cx="4572000" cy="64633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CIRCUIT DIAGRAM</a:t>
            </a:r>
          </a:p>
          <a:p>
            <a:endParaRPr lang="en-US" dirty="0" smtClean="0"/>
          </a:p>
          <a:p>
            <a:r>
              <a:rPr lang="en-US" dirty="0" smtClean="0"/>
              <a:t>               +----------------------+</a:t>
            </a:r>
          </a:p>
          <a:p>
            <a:r>
              <a:rPr lang="en-US" dirty="0" smtClean="0"/>
              <a:t>               |        ESP32         |</a:t>
            </a:r>
          </a:p>
          <a:p>
            <a:r>
              <a:rPr lang="en-US" dirty="0" smtClean="0"/>
              <a:t>               |                      |</a:t>
            </a:r>
          </a:p>
          <a:p>
            <a:r>
              <a:rPr lang="en-US" dirty="0" smtClean="0"/>
              <a:t>               | GPIO2 -----------+   |</a:t>
            </a:r>
          </a:p>
          <a:p>
            <a:r>
              <a:rPr lang="en-US" dirty="0" smtClean="0"/>
              <a:t>               | GPIO4 --------+  |   |</a:t>
            </a:r>
          </a:p>
          <a:p>
            <a:r>
              <a:rPr lang="en-US" dirty="0" smtClean="0"/>
              <a:t>               | 3.3V ------+  |  |   |</a:t>
            </a:r>
          </a:p>
          <a:p>
            <a:r>
              <a:rPr lang="en-US" dirty="0" smtClean="0"/>
              <a:t>               | GND -------|--|--|---|</a:t>
            </a:r>
          </a:p>
          <a:p>
            <a:r>
              <a:rPr lang="en-US" dirty="0" smtClean="0"/>
              <a:t>               +------------|--|--|---+</a:t>
            </a:r>
          </a:p>
          <a:p>
            <a:r>
              <a:rPr lang="en-US" dirty="0" smtClean="0"/>
              <a:t>                            |  |  |</a:t>
            </a:r>
          </a:p>
          <a:p>
            <a:r>
              <a:rPr lang="en-US" dirty="0" smtClean="0"/>
              <a:t>                           VCC IN1 IN2</a:t>
            </a:r>
          </a:p>
          <a:p>
            <a:r>
              <a:rPr lang="en-US" dirty="0" smtClean="0"/>
              <a:t>                     +-------------------+</a:t>
            </a:r>
          </a:p>
          <a:p>
            <a:r>
              <a:rPr lang="en-US" dirty="0" smtClean="0"/>
              <a:t>                     |    Relay Module   |</a:t>
            </a:r>
          </a:p>
          <a:p>
            <a:r>
              <a:rPr lang="en-US" dirty="0" smtClean="0"/>
              <a:t>                     |                   |</a:t>
            </a:r>
          </a:p>
          <a:p>
            <a:r>
              <a:rPr lang="en-US" dirty="0" smtClean="0"/>
              <a:t>                     | COM1 ---- NO1 ----&gt; Light Bulb</a:t>
            </a:r>
          </a:p>
          <a:p>
            <a:r>
              <a:rPr lang="en-US" dirty="0" smtClean="0"/>
              <a:t>                     | COM2 ---- NO2 ----&gt; Fan</a:t>
            </a:r>
          </a:p>
          <a:p>
            <a:r>
              <a:rPr lang="en-US" dirty="0" smtClean="0"/>
              <a:t>                     +-------------------+</a:t>
            </a:r>
          </a:p>
          <a:p>
            <a:endParaRPr lang="en-US" dirty="0" smtClean="0"/>
          </a:p>
          <a:p>
            <a:r>
              <a:rPr lang="en-US" dirty="0" smtClean="0"/>
              <a:t>                   AC Power Supply</a:t>
            </a:r>
          </a:p>
          <a:p>
            <a:r>
              <a:rPr lang="en-US" dirty="0" smtClean="0"/>
              <a:t>                        │</a:t>
            </a:r>
          </a:p>
          <a:p>
            <a:r>
              <a:rPr lang="en-US" smtClean="0"/>
              <a:t>                        └──────────────► Relay Module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On-screen Show (4:3)</PresentationFormat>
  <Paragraphs>22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saihruthika y</dc:creator>
  <cp:lastModifiedBy>LENOVO</cp:lastModifiedBy>
  <cp:revision>1</cp:revision>
  <dcterms:created xsi:type="dcterms:W3CDTF">2006-08-16T00:00:00Z</dcterms:created>
  <dcterms:modified xsi:type="dcterms:W3CDTF">2026-06-26T08:46:30Z</dcterms:modified>
</cp:coreProperties>
</file>